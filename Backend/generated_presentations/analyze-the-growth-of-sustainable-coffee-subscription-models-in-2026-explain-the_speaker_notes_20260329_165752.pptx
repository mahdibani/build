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1: The Unsustainable Status Quo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The global coffee market is vast, yet traditional models often fall short on sustainability and customer loyalty. Consumers are increasingly aware of environmental and ethical impacts, creating a clear demand for better alternatives. This shift presents a prime opportunity for disruption and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The current coffee industry faces significant sustainability challenges. Consumers are actively seeking brands that align with their values, creating a clear market opening.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reasoned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2: The Loyalty-Driven Recurring Revenue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Our model centers on 'loyalty-driven recurring revenue,' a powerful strategy for sustainable growth. By fostering deep customer relationships through a subscription service, we ensure predictable income streams and reduce customer acquisition costs. This approach builds a resilient business less susceptible to market volatility.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Recurring revenue is the bedrock of a stable and scalable business. Our focus on loyalty ensures that revenue isn't just predictable, but also grows organically through satisfied customers.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reasoned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3: The 2026 Sustainable Coffee Market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The market for sustainable coffee is experiencing exponential growth, projected to reach significant figures by 2026. Consumer willingness to pay a premium for ethically sourced and environmentally friendly products is a key driver. This trend, combined with the inherent stability of subscription models, creates a compelling investment 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The data clearly indicates a strong upward trend. Consumers are not just interested in sustainability; they are actively seeking and paying for it, especially within convenient subscription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ORB-5c392235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4: Operational Excellence: AI-Optimized Logistics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We are leveraging cutting-edge AI to revolutionize our supply chain and delivery operations. AI-powered route optimization significantly reduces delivery times, fuel consumption, and costs, while enhancing customer satisfaction. This technological edge is crucial for scaling efficiently and maintaining a competitive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AI isn't just a buzzword; it's a core component of our operational strategy. It allows us to be leaner, greener, and more responsive than traditional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ORB-10f68860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5: Operational Excellence: Advanced Compostable Packaging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Our commitment to sustainability extends to our packaging. We utilize advanced, fully compostable materials that minimize environmental impact without compromising product quality or customer experience. This eco-friendly approach resonates strongly with our target audience and differentiates us in the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Packaging is often the first physical touchpoint a customer has with our brand. Making it sustainable reinforces our core values and appeals directly to the conscious consumer.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ORB-06193c14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6: Investment Thesis: Balancing Costs and Market Leadership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Investing in our sustainable coffee subscription model offers a unique opportunity to capitalize on a high-growth market. While initial investments in technology and sustainable sourcing are necessary, the long-term benefits—including cost savings from AI optimization, premium pricing, and strong customer loyalty—promise substantial returns and market leadership.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This is an investment in the future of coffee. We are building a business that is not only profitable but also contributes positively to the environment and society.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ORB-a131c70a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7: Addressing Market Risks and Ensuring Scalability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We acknowledge potential market risks, including competition, sourcing scalability, and consumer education. Our strategy includes continuous innovation, building strong supplier relationships, and transparent communication to overcome these hurdles. By focusing on a superior customer experience and unwavering commitment to sustainability, we are well-positioned for long-term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We have a clear understanding of the challenges ahead. Our proactive approach to risk management ensures we can navigate complexities and maintain our growth trajectory.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reasoned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92024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Speaker Notes | Slide 8: Join Us in Brewing a Sustainable Future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109728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98755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Slide summary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The sustainable coffee subscription market represents a significant and growing opportunity. With a proven business model, innovative technology, and a deep commitment to environmental responsibility, we are poised for substantial growth and attractive returns. We invite you to partner with us in shaping the future of coffee.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98755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66534"/>
                </a:solidFill>
              </a:rPr>
              <a:t>Speaker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This is more than just an investment; it's an opportunity to support a business that prioritizes profit, people, and the planet. Let's build this future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4155"/>
                </a:solidFill>
              </a:rPr>
              <a:t>Evidence orbs: reasoned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37360"/>
            <a:ext cx="2468880" cy="278892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 cues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Open with the stake, not the detail.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Land one proof point before expanding.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Pause before the final takeaway.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