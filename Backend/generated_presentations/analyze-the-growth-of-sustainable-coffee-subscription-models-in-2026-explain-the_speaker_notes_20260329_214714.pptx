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Evolving Coffee Landscape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global coffee market is undergoing a significant transformation, with consumers increasingly prioritizing sustainability and ethical sourcing. This shift presents a substantial opportunity for businesses that align with these values. Our focus is on the burgeoning sustainable coffee subscription sector, poised for significant growth.</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Emphasize the long-term trend towards conscious consumerism. Highlight how coffee, a daily ritual, is a prime category for this shift.</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Market Opportunity: Sustainable Coffee Subscriptions in 2026</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While specific 2026 projections are still emerging, the underlying trends indicate robust growth for sustainable coffee subscriptions. We anticipate a significant expansion driven by a confluence of consumer preference and market readiness. This segment is not just a niche; it's becoming a mainstream choice for discerning coffee drinkers.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Acknowledge the need for more precise 2026 data, but frame the current trends as strong indicators of future success. Focus on the 'why' behind the growth.</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ORB-5a39225e, ORB-c4cdac58, ORB-7c90a897, ORB-6157208e</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The Power of Loyalty: Recurring Revenue Models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Loyalty-driven recurring revenue is the bedrock of our business model, offering predictable income and enhanced customer lifetime value. By fostering strong customer relationships and delivering consistent quality, we build a loyal subscriber base. This model minimizes revenue volatility and provides a stable foundation for growth and profitability.</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Explain how loyalty translates directly to financial performance. This is the engine of sustainable growth.</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ORB-8fe2e183, ORB-52617b4c, ORB-8d84eee7, ORB-19f8a133</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Financial Benefits of Recurring Revenue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recurring revenue model offers significant financial advantages, including improved cash flow, higher profitability, and increased business valuation. This predictable income allows for more accurate financial forecasting and strategic investment. Investors benefit from the stability and growth potential inherent in this model.</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Focus on the tangible financial outcomes. This is what investors look for: stability and growth.</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ORB-8fe2e183, ORB-52617b4c, ORB-8d84eee7, ORB-19f8a133</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Technological Edge: AI-Optimized Delivery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are leveraging cutting-edge AI to revolutionize our logistics. By analyzing vast datasets, our AI algorithms dynamically optimize delivery routes in real-time. This not only reduces delivery times and fuel consumption but also enhances customer satisfaction through reliable and timely service.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Explain how technology directly impacts operational efficiency and customer satisfaction. This is a key differentiator.</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Sustainable Innovation: Compostable Packaging</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Our commitment to sustainability extends to our packaging. We are implementing advanced compostable packaging solutions that minimize environmental impact without compromising product integrity or customer experience. This aligns with consumer values and positions us as an environmentally responsible brand.</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Connect packaging innovation directly to sustainability goals and brand value. This resonates with conscious consumers.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Addressing Risks and Maximizing Upside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acknowledge potential market risks, such as the need for more granular 2026 data and competitive analysis. Our strategy includes continuous market research, agile adaptation to competitive pressures, and rigorous tracking of key metrics like customer churn. We are committed to transparency and data-driven decision-making to mitigate these risks and capitalize on the significant upside.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Demonstrate foresight and a proactive approach to challenges. This builds investor confidence.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ORB-5a39225e, ORB-c4cdac58, ORB-7c90a897, ORB-6157208e, ORB-8fe2e183, ORB-52617b4c, ORB-8d84eee7, ORB-19f8a133</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Invest in the Future of Coffee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Sustainable coffee subscriptions represent a high-growth, stable, and differentiated market opportunity. Driven by loyal customers and powered by innovative technology, this sector offers compelling returns. We invite you to join us in shaping the future of coffee consumption and capitalizing on this significant market shift.</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Reiterate the core value proposition and the unique advantages of this investment. End with a strong, confident call to action.</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