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Untapped Potential: Sustainable Coffee's Ascent</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global demand for ethically sourced and environmentally conscious products is rapidly expanding, with sustainable coffee leading the charge. By 2026, this segment is poised for significant growth, presenting a lucrative market for innovative business models. Early movers can capture substantial market share by aligning with consumer values.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Emphasize the consumer shift towards conscious consumption. This isn't just a trend; it's a fundamental change in purchasing behavior. Our analysis indicates a strong runway for growth.</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ORB-872f7835, ORB-f64821e0</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The Engine of Growth: Loyalty-Driven Recurring Revenue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Recurring revenue models, particularly those built on customer loyalty, offer predictable income streams and enhanced profitability. By fostering strong customer relationships and delivering consistent value, businesses can significantly reduce churn and increase Customer Lifetime Value (CLV). This model shifts focus from transactional sales to long-term customer partnerships.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model is about building relationships, not just selling coffee. Loyal customers are more forgiving, spend more over time, and become brand advocates. The ROI on retention is significantly higher than on acquisition.</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ORB-cee9d362, ORB-975165ce, ORB-fcda2df4</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Quantifying Loyalty: The CLV Advantage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Customer loyalty directly translates into higher Customer Lifetime Value (CLV), a critical metric for subscription businesses. By analyzing churn rates and repeat purchase behavior, we can project the long-term financial benefits of retaining customers. A loyal customer base not only generates consistent revenue but also reduces the need for costly new customer acquisition.</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 data clearly shows that investing in customer loyalty yields substantial financial returns. This isn't just about customer satisfaction; it's about maximizing shareholder value through predictable, long-term revenue.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ORB-cee9d362</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Navigating the Landscape: Competitive Differentiation</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sustainable coffee subscription market is becoming increasingly crowded. To succeed, businesses must clearly differentiate themselves beyond just the 'sustainable' label. This involves unique sourcing stories, curated flavor profiles, exceptional customer service, and innovative subscription features that build a strong brand identity and resonate with target consumers.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Simply being 'sustainable' is no longer enough. We need to build a brand that customers connect with on multiple levels. This differentiation is key to commanding premium pricing and fostering deep loyalty.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The Acquisition Challenge: Balancing Cost and Scale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While recurring revenue is the goal, acquiring new subscribers at a sustainable cost is paramount. High Customer Acquisition Costs (CAC) can quickly erode profitability, especially in a competitive market. Strategic marketing, targeted digital campaigns, and leveraging existing customer advocacy are essential for efficient scaling.</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must be disciplined about our acquisition spend. The goal is not just to acquire customers, but to acquire the *right* customers – those who are likely to become loyal, long-term subscribers. CAC must always be viewed in the context of CLV.</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Scaling for Success: Operational Readiness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As subscription volume grows, operational efficiency becomes critical. This includes robust inventory management, reliable fulfillment logistics, and scalable customer support systems. Ensuring a seamless customer experience from order to delivery is vital for maintaining loyalty and preventing churn as the business expands.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Growth is exciting, but only if we can deliver. Our operational infrastructure must be built to handle increased demand without compromising quality or customer experience. Scalability here is non-negotiable.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ORB-db61399e, ORB-c541226b</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Strategic Imperatives for 2026</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To capitalize on the burgeoning sustainable coffee market and the power of loyalty-driven recurring revenue, a focused strategy is essential. This involves a dual approach: aggressively building customer loyalty to maximize CLV and meticulously managing operational scalability to support growth. Addressing these imperatives proactively will position the business for sustained success and market leadership.</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These are the critical levers for success. By focusing on these strategic imperatives, we can navigate the complexities of the market and build a highly valuable, sustainable business.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Seizing the Opportunity: Invest in Sustainable Loyalty</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convergence of consumer demand for sustainability and the proven power of loyalty-driven recurring revenue presents a unique and compelling investment opportunity. By strategically addressing acquisition, scalability, and differentiation, businesses can unlock significant growth and profitability in the 2026 coffee market. Now is the time to invest in building a loyal customer base and a scalable, sustainable coffee subscription model.</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have a clear roadmap to success. By embracing loyalty and sustainable practices, we can build a category-leading business. Let's invest in the future of coffee.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ORB-272353ec</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