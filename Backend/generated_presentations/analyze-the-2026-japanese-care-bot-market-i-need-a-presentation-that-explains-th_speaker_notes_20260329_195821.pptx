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Unmet Need: Japan's Looming Elder Care Crisis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Japan faces an unprecedented demographic challenge with a rapidly aging population and a shrinking workforce. This creates an urgent and growing deficit in elder care services, impacting millions of families and straining existing infrastructure. The current system is unsustainable, necessitating innovative solutions to bridge the care gap.</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demographic reality in Japan is undeniable and presents a critical challenge. This labor shortage is not a future concern; it is a present crisis demanding immediate and scalable solutions.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Introducing the Solution: Socially Assistive Robots (SARs)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Socially Assistive Robots (SARs) are emerging as a powerful technological response to the care deficit. These robots are designed to provide physical assistance, companionship, and monitoring, thereby augmenting human care capabilities. Their deployment offers a pathway to maintaining quality of care and supporting the well-being of the elderly population.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SARs are not intended to replace human caregivers entirely, but to act as crucial support systems. They enhance the capacity of the existing workforce and ensure a baseline level of care is always available.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The Market Opportunity: SARs Growth in Japan</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Japanese market for Socially Assistive Robots is poised for substantial growth, driven by the urgent need for care solutions and increasing technological acceptance. Projections indicate a robust expansion, presenting a lucrative opportunity for early investors and strategic partners. This growth is fueled by government initiatives and a societal readiness for advanced technological integration in healthcare.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market is not just growing; it's expanding rapidly due to fundamental societal pressures. This presents a clear window for strategic entry and value capture.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ORB-2717ee53, ORB-7a4efcc1</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The Technological Edge: Sensory Fusion AI</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At the heart of advanced SARs lies Sensory Fusion AI, a sophisticated technology that integrates multiple data streams to create a comprehensive understanding of the environment and human occupants. This AI allows robots to perceive subtle emotional cues and detect critical physical events like falls with remarkable accuracy. This real-time situational awareness is crucial for providing proactive and personalized care.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the core intelligence that differentiates advanced SARs. It moves beyond simple task execution to a more nuanced, human-centric form of assistance.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ORB-14301047, ORB-0bcb35d0</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Preserving Omotenashi: The Human Touch in AI</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'Omotenashi,' the Japanese concept of wholehearted hospitality, emphasizes anticipating needs and providing selfless service. Sensory Fusion AI allows SARs to interpret emotional states and react with empathy, mimicking the attentiveness central to Omotenashi. By detecting distress or loneliness and responding appropriately, these robots can offer a level of care that feels personal and culturally resonant, even without direct human intervention.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where technology meets culture. We are not just automating tasks; we are creating a new paradigm for care that respects and upholds deeply held cultural values.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ORB-10596c19, ORB-396d7a9d</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Case Study: 'Omotenashi' in Action</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Imagine a SAR detecting a subtle sign of loneliness in an elderly resident and initiating a conversation or playing their favorite music. Or consider a robot immediately alerting staff to a fall, ensuring rapid response and preventing serious injury. These are not futuristic fantasies but achievable applications of Sensory Fusion AI, demonstrating how technology can enhance the quality of care and uphold the principles of Omotenashi in practice.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These examples illustrate the practical application of the technology. They show how SARs can directly contribute to a higher standard of care and resident satisfaction.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ORB-10596c19</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Strategic Imperatives &amp; Risk Mitigation</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Successfully navigating the Japanese Care-Bot market requires a clear strategy focused on value creation and commercial adoption. Key imperatives include understanding the regulatory landscape, building user trust through transparent AI, and ensuring seamless integration with existing care protocols. Addressing potential risks such as data privacy concerns and user acceptance proactively will be crucial for long-term success and market leadership.</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A proactive approach to strategy and risk management is essential. By anticipating challenges and planning accordingly, we can ensure a smooth and successful market entry.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Investing in the Future of Care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2026 Japanese Care-Bot market represents a unique confluence of demographic necessity, technological advancement, and cultural resonance. By investing in SARs powered by Sensory Fusion AI, we can address a critical societal need, capture significant market share, and redefine elder care with a blend of efficiency and heartfelt hospitality. This is an opportunity to lead in a rapidly growing sector and make a profound positive impact.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more than an investment; it's an opportunity to contribute to a vital societal solution while achieving substantial business success. Let's build the future of care together.</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