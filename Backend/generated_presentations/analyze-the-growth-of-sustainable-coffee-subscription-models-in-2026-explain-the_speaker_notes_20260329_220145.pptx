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Untapped Potential: A Growing Market for Conscious Consumption</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demand for ethically sourced and environmentally friendly products is rapidly increasing. Consumers are actively seeking brands that align with their values, creating a fertile ground for sustainable coffee businesses. Subscription models further capitalize on this trend by offering convenience and consistent access to high-quality, conscious products.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the convergence of two powerful market trends: sustainability and recurring revenue. This is not just a niche; it's the future of consumer goods.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The Power of Loyalty: Building Recurring Revenue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model is built on fostering deep customer loyalty, which translates directly into predictable, recurring revenue. By consistently delivering value and aligning with consumer ethics, we reduce customer acquisition costs and increase lifetime value. This creates a resilient business that is less susceptible to market fluctuations.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Focus on the financial advantages of loyalty. This model is not just about selling coffee; it's about building lasting customer relationships that drive sustainable profit.</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ORB-19f8a133, ORB-67956677</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Our Solution: The Sustainable Subscription Ecosystem</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offer a seamless and ethical coffee experience through a subscription model that prioritizes sustainability at every touchpoint. From sourcing to delivery, our operations are designed to minimize environmental impact while maximizing customer satisfaction and loyalty. This holistic approach differentiates us in a competitive market.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slide is about the 'what' and 'how' of our offering. We are providing a complete, guilt-free coffee solution that consumers will love.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Technology Advantage: AI-Optimized Logistics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leverage cutting-edge AI to optimize our delivery routes, significantly reducing operational costs and environmental footprint. This intelligent system ensures timely deliveries, minimizes fuel consumption, and allows for rapid scaling of our operations. The efficiency gains translate directly into improved margins and a competitive edge.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Highlight the technological innovation that underpins our efficiency. AI isn't just a buzzword; it's a core component of our scalable and cost-effective operations.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Technology Advantage: Next-Gen Compostable Packaging</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commitment to sustainability extends to our packaging, utilizing advanced compostable materials. This not only appeals to environmentally conscious consumers but also mitigates risks associated with traditional plastic waste regulations and consumer backlash. It's a key differentiator that enhances brand perception and marketability.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Our packaging is a tangible representation of our brand's values. It's a critical factor for consumer adoption and a clear signal of our commitment to a circular economy.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Addressing the Investment: Risks and Returns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acknowledge the upfront investment required for advanced technology and sustainable materials. However, these investments yield significant long-term savings through operational efficiencies and reduced waste. Our robust business model, driven by customer loyalty and market differentiation, ensures a strong and sustainable return on investment for our partners.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are upfront about the investment, but the returns are compelling. Our model is designed for sustainable growth and profitability, offering a secure investment in a future-focused industry.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Market Validation: Consumer Adoption and Loyalty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Our strategy is validated by growing consumer demand for sustainable products and a proven willingness to pay a premium for them. Customer feedback and early adoption rates indicate strong loyalty to brands that prioritize ethical sourcing and environmental responsibility. This demonstrates a clear market appetite for our offering.</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market is speaking. Consumers are actively seeking out and rewarding businesses that align with their values. Our model taps directly into this powerful consumer movement.</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Join Us: Investing in a Sustainable Future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This is a unique opportunity to invest in a business that combines strong financial returns with positive environmental and social impact. Our loyalty-driven recurring revenue model, powered by innovative technology and a deep commitment to sustainability, positions us for significant growth and market leadership. Partner with us to shape the future of coffee.</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is more than an investment; it's a chance to be part of a movement. We offer a path to significant returns while contributing to a more sustainable world.</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