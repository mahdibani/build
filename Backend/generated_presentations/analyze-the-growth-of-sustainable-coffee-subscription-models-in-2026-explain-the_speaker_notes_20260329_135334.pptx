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Evolving Coffee Landscape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coffee industry is undergoing a significant transformation, driven by two powerful trends: a growing consumer consciousness around sustainability and the increasing adoption of subscription-based services. This presents a unique opportunity for businesses that can effectively integrate these two forces.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Welcome everyone. Today, we'll explore a critical growth area for 2026: sustainable coffee subscriptions. We'll focus on the business value unlocked by loyalty-driven recurring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Consumer Demand for Sustainability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Consumers are increasingly making purchasing decisions based on a brand's commitment to sustainability. This isn't just a niche trend; it's a mainstream expectation that influences brand loyalty and willingness to pay a premium.</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data is clear: sustainability is no longer a 'nice-to-have,' it's a 'must-have' for consumer engagement. This preference directly impacts purchasing behavior and brand perception.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The Power of Loyalty-Driven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Subscription models are inherently designed to build loyalty by providing consistent value and convenience. This creates a predictable, recurring revenue stream that is far more stable and profitable than traditional transactional sales.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subscription model transforms the customer relationship from transactional to relational. This shift is the bedrock of loyalty and predictable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ORB-975165ce, ORB-15c2e7c7</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Sustainable Coffee Subscriptions: A Synergistic Model</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By integrating sustainable sourcing and ethical practices into a convenient subscription service, businesses can capture a growing segment of the market. This synergy appeals to the conscious consumer while providing the predictable revenue that businesses crave.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isn't just about selling coffee; it's about selling a value system. Sustainable coffee subscriptions offer a powerful blend of ethical consumption and convenient, ongoing engagement.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ORB-db61399e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Projected 2026 Market Growth</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specific 2026 projections are still emerging, the underlying trends strongly indicate significant growth. The increasing consumer preference for both sustainability and subscription services points to a robust expansion in this niche.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While precise figures for 2026 are still being finalized, all indicators point to substantial growth. We anticipate this sector to be a key driver of innovation and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ORB-872f7835</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Quantifying the ROI of Loyalty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Loyalty in subscription services translates directly into tangible business benefits. Increased customer lifetime value, reduced churn, and higher average order values all contribute to a strong return on investment for businesses that prioritize customer retention.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ROI of loyalty is not theoretical; it's quantifiable. Investing in customer retention through excellent service and value directly impacts the bottom line.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ORB-cee9d362, ORB-15c2e7c7</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Navigating Challenges for 2026 Growth</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the outlook is positive, businesses must proactively address potential hurdles. Optimizing supply chains for freshness, managing operational costs, and ensuring scalable infrastructure are critical for sustained success in the competitive subscription market.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Success requires foresight. By anticipating and strategically addressing challenges like cost, freshness, and scalability, we can ensure long-term viability and growth.</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The Future is Sustainable and Subscribed</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convergence of sustainability and subscription models represents a significant business opportunity for 2026. By focusing on loyalty-driven recurring revenue and strategically navigating potential challenges, companies can position themselves for substantial growth and market leadership.</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market is evolving, and the future belongs to those who adapt. Sustainable coffee subscriptions, powered by loyalty, offer a clear path to sustained growth and profitability. Let's build this future together.</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ORB-45932bd6</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