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Unstoppable Rise of Conscious Consumption</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Consumers are increasingly prioritizing sustainability in their purchasing decisions. Simultaneously, subscription models have proven their ability to provide consistent revenue streams, even in volatile economic conditions. This convergence presents a significant opportunity for businesses that align with these powerful trends.</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Highlight the dual forces of consumer values and business model innovation. Emphasize that this is not a fleeting trend but a fundamental market shift.</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Coffee Market: A Landscape of Opportunity</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coffee market is vast and dynamic, with a growing segment dedicated to specialty and ethically sourced beans. Subscription models are uniquely positioned to tap into this market by offering convenience, discovery, and a direct connection between consumers and producers.</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scale of the opportunity and the specific niche that subscription models can effectively serve. This sets the stage for discussing the value proposition.</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ORB-ff3c1d5c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Loyalty: The Engine of Recurring Revenue</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At the heart of successful subscription businesses lies customer loyalty. Loyal customers not only continue their subscriptions but also become advocates, driving down acquisition costs and increasing lifetime value. This predictable revenue stream is the bedrock of long-term business stability and growth.</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Define loyalty not just as repeat purchases, but as a deeper connection that translates directly to financial performance. This is the core value proposition.</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ORB-15c2e7c7, ORB-975165ce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Quantifying the ROI of Loyalty</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Investing in customer loyalty yields a significant return on investment. By fostering stronger customer relationships, businesses can achieve higher customer lifetime value, reduced churn, and increased profitability. These programs are not merely a cost center but a strategic growth driver.</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While specific data for coffee subscriptions is limited, the general principle of loyalty program ROI is well-established. Frame this as a proven strategy applicable to this market.</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ORB-cee9d362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Projected Growth: Sustainable Coffee Subscriptions in 2026</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market for sustainable coffee subscriptions is poised for substantial growth in 2026. Driven by increasing consumer demand for ethical products and the proven model of recurring revenue, this segment is expected to outpace the broader coffee market.</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Acknowledge the lack of precise data but present a confident projection based on current trends and market indicators. This slide underscores the timeliness of the opportunity.</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ORB-872f7835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Navigating the Tradeoffs: Costs and Supply</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the business value is clear, sustainable coffee subscriptions do present specific challenges. Higher sourcing costs for ethical beans and potential supply chain complexities require strategic management. However, these are manageable risks that can be mitigated through careful planning and strong supplier relationships.</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Be transparent about the challenges but pivot quickly to solutions. Frame these as strategic considerations rather than insurmountable obstacles.</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Retention Strategies for Sustained Growth</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Customer retention is paramount for maximizing the benefits of recurring revenue. Beyond product quality, businesses must focus on delivering exceptional customer experiences, personalized offerings, and community building to foster lasting loyalty and minimize churn.</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that retention is an ongoing effort that requires continuous innovation and customer focus. This is where the 'loyalty' aspect truly comes to life.</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ORB-15c2e7c7, ORB-975165ce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36219b0e-f117-43df-ad13-a544dde394eb.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The Strategic Imperative: Embrace Loyalty-Driven Growth</a:t>
            </a:r>
          </a:p>
        </p:txBody>
      </p:sp>
      <p:sp>
        <p:nvSpPr>
          <p:cNvPr id="7" name="Rounded Rectangle 6"/>
          <p:cNvSpPr/>
          <p:nvPr/>
        </p:nvSpPr>
        <p:spPr>
          <a:xfrm>
            <a:off x="594360" y="1371600"/>
            <a:ext cx="10972800" cy="4206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9875520" cy="105156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convergence of conscious consumerism and resilient subscription models presents a compelling opportunity. By prioritizing loyalty-driven recurring revenue, businesses can build sustainable, profitable enterprises that resonate with modern consumers and offer significant long-term value.</a:t>
            </a:r>
          </a:p>
        </p:txBody>
      </p:sp>
      <p:sp>
        <p:nvSpPr>
          <p:cNvPr id="9" name="TextBox 8"/>
          <p:cNvSpPr txBox="1"/>
          <p:nvPr/>
        </p:nvSpPr>
        <p:spPr>
          <a:xfrm>
            <a:off x="868680" y="2743200"/>
            <a:ext cx="9875520" cy="169164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Reiterate the core thesis: sustainable coffee subscriptions, powered by loyalty, are not just a trend but a strategic imperative for future business success. Encourage decisive action.</a:t>
            </a:r>
          </a:p>
        </p:txBody>
      </p:sp>
      <p:sp>
        <p:nvSpPr>
          <p:cNvPr id="10" name="TextBox 9"/>
          <p:cNvSpPr txBox="1"/>
          <p:nvPr/>
        </p:nvSpPr>
        <p:spPr>
          <a:xfrm>
            <a:off x="868680" y="4617720"/>
            <a:ext cx="9875520" cy="640080"/>
          </a:xfrm>
          <a:prstGeom prst="rect">
            <a:avLst/>
          </a:prstGeom>
          <a:noFill/>
        </p:spPr>
        <p:txBody>
          <a:bodyPr wrap="none">
            <a:spAutoFit/>
          </a:bodyPr>
          <a:lstStyle/>
          <a:p>
            <a:r>
              <a:rPr sz="1200">
                <a:solidFill>
                  <a:srgbClr val="334155"/>
                </a:solidFill>
              </a:rPr>
              <a:t>Evidence orbs: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