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The Dawn of a New Era: Solid-State Batteries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Introduce Solid-State Batteries (SSBs) as the next transformative technology in electric vehicles.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The 'holy grail' of EV power.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Revolutionizing energy storage.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Enabling next-generation EVs.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8404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6534"/>
                </a:solidFill>
              </a:rPr>
              <a:t>Title concept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 striking, futuristic image of an electric vehicle with a subtle overlay of battery technology or energy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983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Speaker note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Welcome. Today, we explore the aggressive yet achievable trajectory of Solid-State Batteries (SSBs) in the EV market. SSBs promise to redefine electric mobility.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Slide 1  |  Evidence: ORB-5d37c028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The Unmatched SSB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Highlight the superior performance and safety benefits of SSBs compared to traditional lithium-ion batteries.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Higher energy density for longer range.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Enhanced safety with reduced fire risk.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Faster charging capabilities.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Longer cycle 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8404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6534"/>
                </a:solidFill>
              </a:rPr>
              <a:t>Comparison concept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 clear visual comparison table or infographic contrasting SSB benefits (energy density, safety, charging speed, lifespan) against current Li-ion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983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Speaker note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SSBs offer a compelling leap forward. Their inherent advantages in energy density, safety, and charging speed make them the ideal successor to current battery technology.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Slide 2  |  Evidence: ORB-5d37c028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Market Momentum: Explosive Growth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Present compelling market size projections and growth rates, demonstrating strong commercial momentum for SSBs.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Projected market size: $55.13M (2023) to $1.38B (2025).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Anticipated CAGR of 38.75%.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Significant increase driven by EV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8404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6534"/>
                </a:solidFill>
              </a:rPr>
              <a:t>Chart concept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 dynamic bar chart showing the rapid increase in market size from 2023 to 2025, with clear labels for each year and dollar amount. Include the CAGR.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983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Speaker note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The market is already showing significant traction. Projections indicate exponential growth, underscoring the immense commercial opportunity and investor interest in SSBs.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Slide 3  |  Evidence: ORB-27d42930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Industry Accelerating: Collaborations &amp; Timelines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Showcase key industry collaborations and aggressive production timelines, signaling a faster path to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Factorial Energy partnering with Karma Automotive for 2027 Kaveya.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Multiple SSB projects targeting aggressive production schedules.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Validation in real-world testing is underway.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8404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6534"/>
                </a:solidFill>
              </a:rPr>
              <a:t>Timeline concept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 timeline highlighting key partnerships and milestones, such as the Factorial/Karma collaboration, with projected production start dates for various companies.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983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Speaker note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The industry is not waiting. Major players are forming strategic alliances and setting ambitious production targets, indicating a tangible acceleration in SSB commercialization.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Slide 4  |  Evidence: ORB-a5b53f25, ORB-3718915a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The Manufacturing Hurdle: Scalability &amp; Defectivity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Address the critical challenges in manufacturability and defectivity that must be overcome for high-volume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Achieving high-volume manufacturing (HVM) viability.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Ensuring consistent quality and reliability.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Addressing defectivity in production processes.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Path to cost parity with Li-ion.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8404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6534"/>
                </a:solidFill>
              </a:rPr>
              <a:t>Process concept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An infographic illustrating the key stages of SSB manufacturing, highlighting potential bottlenecks and areas requiring innovation for scalability and quality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983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Speaker note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While the promise is immense, significant manufacturing challenges remain. Overcoming hurdles in scalability, defectivity, and cost is paramount for widespread adoption.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Slide 5  |  Evidence: ORB-5d37c028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2026 Outlook: Premium Entry, Broader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Forecast the market landscape in 2026, detailing early adoption segments and the path to broader market penetration.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Early adoption expected in high-end and premium EV segments.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Potential for integration into vehicles around the $100k price point.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Contingent on addressing production challenges.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Laying the groundwork for mass-market availability.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8404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6534"/>
                </a:solidFill>
              </a:rPr>
              <a:t>Case Study concept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 visual representation of the EV market segmentation, highlighting the initial focus on premium vehicles and the projected expansion into more mainstream segments by 2026 and beyond.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983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Speaker note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By 2026, expect to see SSBs making their debut in luxury and performance EVs. This initial phase is critical for validating the technology and refining production before wider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Slide 6  |  Evidence: ORB-2022a803, ORB-3ae38d17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Strategic Imperatives for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Provide actionable recommendations for navigating market entry, investment, and risk management in the SSB landscape.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Prioritize strategic partnerships for R&amp;D and manufacturing.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Focus investment on scalable production technologies.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Develop robust quality control and risk mitigation strategies.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Monitor competitive advancements and consumer acceptance.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8404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6534"/>
                </a:solidFill>
              </a:rPr>
              <a:t>Architecture concept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 strategic framework or roadmap illustrating key areas of focus for companies looking to capitalize on the SSB opportunity, including R&amp;D, manufacturing, investment, and market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983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Speaker note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To capitalize on this opportunity, a proactive and strategic approach is essential. Focus on securing supply chains, investing in scalable manufacturing, and managing inherent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Slide 7  |  Evidence: ORB-e5375b37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The Road Ahead: Powering Tomorrow's EVs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Conclude with a forward-looking statement on the transformative potential of SSBs and the importance of strategic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SSBs are poised to redefine the EV industry.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Commercialization is accelerating, but challenges remain.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Strategic foresight is key to unlocking future value.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Partner with us to navigate this evolving landscape.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8404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6534"/>
                </a:solidFill>
              </a:rPr>
              <a:t>Closing concept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An inspiring image of a futuristic EV driving towards a bright horizon, symbolizing the future powered by advanced battery technology. Include a call to action or contact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983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Speaker note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Solid-state batteries are not a question of 'if,' but 'when' and 'how.' Strategic planning today will determine who leads in the next generation of electric vehicles. 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Slide 8  |  Evidence: reasoned synthesis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