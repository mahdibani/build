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1: The Untapped Potential of Sustainable Coffee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global coffee market is undergoing a significant shift towards sustainability, driven by conscious consumerism. In 2026, this trend is projected to accelerate, creating a substantial opportunity for businesses that prioritize ethical sourcing and environmental responsibility. Early movers in this space are poised to capture a growing segment of the market.</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Emphasize the strong market tailwinds and the alignment with evolving consumer values. This is not just a trend, but a fundamental shift in consumer behavior.</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ORB-7c90a897, ORB-5a39225e</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2: The Power of Loyalty: Recurring Revenue Advantage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Subscription models inherently foster customer loyalty, transforming one-time purchases into predictable, recurring revenue streams. This model reduces customer acquisition costs over time and allows for more accurate financial forecasting. By focusing on customer retention and value, we build a resilient business with a strong foundation for long-term profitability.</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Focus on the financial predictability and reduced risk associated with recurring revenue. This is the bedrock of our business model's stability.</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ORB-19f8a133, ORB-8fe2e183</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3: AI-Optimized Logistics: Efficiency and Sustainability</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Implementing AI-powered route optimization is a game-changer for subscription services. These advanced algorithms analyze real-time data to create the most efficient delivery paths, minimizing fuel consumption and delivery times. This not only cuts operational costs but also significantly reduces our carbon footprint, aligning with our sustainability mission.</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This is where technology meets sustainability to drive tangible business value. Efficiency gains translate directly to cost savings and a stronger environmental profile.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ORB-10f68860, ORB-1efe564c</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4: Compostable Packaging: ROI and Brand Value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Transitioning to compostable packaging is more than an environmental commitment; it's a strategic business decision. It resonates deeply with our target demographic, enhancing brand loyalty and attracting new customers who value eco-conscious practices. Furthermore, advancements in material science are making these solutions increasingly cost-effective and scalable, offering a clear ROI.</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This initiative directly addresses consumer concerns about waste and plastic pollution. It's a visible commitment to sustainability that builds trust and drives preference.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ORB-5dae41b1</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5: Synergy: Loyalty Meets Advanced Technology</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Our strategy is built on the powerful synergy between a loyal customer base and cutting-edge technology. The recurring revenue from loyal subscribers provides a stable financial base, while AI-driven logistics and sustainable packaging enhance operational efficiency and brand value. This integrated approach creates a virtuous cycle, driving growth and profitability while minimizing risk.</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This slide ties together the core elements of our business. It's the integration of these components that creates our unique competitive advantage.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ORB-19f8a133, ORB-10f68860, ORB-5dae41b1</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6: Addressing Market Risks and Competition</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We acknowledge the competitive landscape and the potential for market saturation. However, our focus on a niche market – sustainable coffee – combined with our unique technological advantages and strong loyalty model, positions us favorably. By continuously innovating and prioritizing customer value, we can effectively navigate competition and maintain market leadership.</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We are aware of the challenges, but our strategy is designed to mitigate these risks. Our differentiation is clear and our execution plan is robust.</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ORB-a131c70a</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7: Scalability and Consumer Price Sensitivity</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Our AI-optimized logistics and efficient sourcing strategies are designed for scalability, allowing us to grow without a proportional increase in costs. While price sensitivity is a factor, the premium value derived from our sustainable sourcing, superior quality, and convenient subscription service justifies the price point for our target audience. We offer a compelling value proposition that extends beyond just the cost of coffee.</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We are building a business that can grow efficiently. Our pricing reflects the superior value we deliver, which resonates with our core customer base.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ORB-10f68860, ORB-19f8a133</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8: Invest in the Future of Coffee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sustainable coffee subscription market represents a significant, high-growth investment opportunity. Our proven loyalty-driven recurring revenue model, enhanced by AI-optimized logistics and eco-friendly packaging, creates a robust and resilient business. We are confident in our ability to capture market share and deliver strong returns, offering a chance to invest in a profitable and ethically sound future.</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This is a unique opportunity to invest in a market that is both profitable and purpose-driven. We invite you to partner with us.</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ORB-7c90a897, ORB-19f8a133, ORB-10f68860</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