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1: The Sustainable Coffee Revolution is Here</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The global demand for sustainably sourced coffee is experiencing unprecedented growth. Consumers are increasingly prioritizing ethical and environmental considerations in their purchasing decisions, creating a fertile ground for businesses that align with these values. This trend is not a fleeting fad but a fundamental shift in consumer behavior, poised for significant expansion by 2026.</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Emphasize the scale of the opportunity and the underlying consumer demand. This is the foundation of our market entry strategy.</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ORB-872f7835, ORB-7ab80b94, ORB-f64821e0</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2: The Power of Loyalty: Recurring Revenue in Coffee</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Subscription models offer a powerful pathway to predictable revenue streams, transforming one-time purchases into ongoing customer relationships. By fostering loyalty, coffee businesses can secure a consistent income, reduce customer acquisition costs, and increase overall customer lifetime value. This model shifts the focus from transactional sales to building enduring connections with consumers.</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This slide is crucial for understanding the financial engine behind our growth strategy. Loyalty isn't just a feel-good metric; it's a direct driver of revenue.</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ORB-fcda2df4, ORB-71d63a9c, ORB-975165ce</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3: Quantifying the ROI of Customer Loyalty</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Investing in customer loyalty yields significant financial returns, particularly within subscription-based models. Loyal customers tend to spend more, refer new customers, and are less price-sensitive, directly impacting profitability. Understanding and optimizing for customer lifetime value is paramount for sustainable business growth and competitive advantage.</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This data underscores the financial imperative of building strong customer relationships. We must prioritize strategies that foster deep loyalty.</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ORB-cee9d362, ORB-df9291a8</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4: The Synergistic Advantage: Sustainability Meets Loyalty</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For the modern consumer, sustainability is no longer a secondary consideration but a core value that influences purchasing decisions. Brands that authentically integrate sustainable practices into their offerings can forge deeper emotional connections with their customer base. This alignment of values naturally fosters greater loyalty, making customers more likely to commit to recurring subscriptions and advocate for the brand.</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This is where our core thesis comes to life. Sustainability isn't just good for the planet; it's good for business, directly fueling loyalty and recurring revenue.</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ORB-872f7835, ORB-cee9d362</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5: Navigating the Operational Landscape</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While the market opportunity is clear, scaling sustainable coffee subscriptions requires meticulous attention to operational details. Managing supply chain integrity, ensuring consistent quality, and optimizing logistics are critical. Proactive planning and investment in these areas will mitigate risks and ensure a seamless customer experience, which is vital for maintaining loyalty.</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Success hinges on execution. We need to be prepared for the complexities of sustainable sourcing and efficient delivery to meet customer expectations.</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reasoned synthesis</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6: Mitigating Business Risks</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Several potential risks must be proactively managed to ensure the long-term viability of sustainable coffee subscriptions. Accurately quantifying the direct impact of sustainability on customer loyalty, balancing customer acquisition costs against lifetime value, and ensuring the scalability of ethical sourcing and operational models are paramount. Addressing these challenges head-on will build a resilient and profitable business.</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We must be realistic about the challenges. Acknowledging and planning for these risks demonstrates strategic foresight and builds investor confidence.</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reasoned synthesis</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7: Strategic Imperatives for 2026</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To thrive in the 2026 market, businesses must focus on three core strategic imperatives: deeply embedding sustainability into the brand's DNA, leveraging loyalty-driven recurring revenue as the primary growth engine, and meticulously managing operational costs and quality. These pillars, when executed effectively, will create a defensible market position and drive sustained profitability.</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These are the non-negotiables for success. Our strategy must be built upon these foundational elements to achieve our ambitious goals.</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ORB-872f7835, ORB-fcda2df4, ORB-cee9d362</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8: Seizing the Opportunity: Invest in the Future of Coffee</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The convergence of consumer demand for sustainability and the proven power of loyalty-driven recurring revenue presents a unique and compelling market opportunity. By strategically addressing operational challenges and mitigating risks, businesses can position themselves for significant growth and leadership in the evolving coffee landscape. Now is the time to invest in a sustainable, loyal, and profitable future.</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We have a clear path forward. This is an invitation to join us in shaping the future of coffee consumption.</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reasoned synthesis</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